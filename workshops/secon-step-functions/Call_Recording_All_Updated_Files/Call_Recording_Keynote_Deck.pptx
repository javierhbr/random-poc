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Call Recording: Engineering Under Uncertainty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story of architecture, experimentation, and AI-assisted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Requirement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Call ends</a:t>
            </a:r>
          </a:p>
          <a:p>
            <a:pPr>
              <a:defRPr sz="2400"/>
            </a:pPr>
            <a:r>
              <a:t>• Audio file generated</a:t>
            </a:r>
          </a:p>
          <a:p>
            <a:pPr>
              <a:defRPr sz="2400"/>
            </a:pPr>
            <a:r>
              <a:t>• Transfer into Capital One</a:t>
            </a:r>
          </a:p>
          <a:p>
            <a:pPr>
              <a:defRPr sz="2400"/>
            </a:pPr>
          </a:p>
          <a:p>
            <a:pPr>
              <a:defRPr sz="2400"/>
            </a:pPr>
            <a:r>
              <a:t>Speaker: 'It sounded like a one-line requirement.'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1M+ calls/day</a:t>
            </a:r>
          </a:p>
          <a:p>
            <a:pPr>
              <a:defRPr sz="2400"/>
            </a:pPr>
            <a:r>
              <a:t>• 1M+ recordings/day</a:t>
            </a:r>
          </a:p>
          <a:p>
            <a:pPr>
              <a:defRPr sz="2400"/>
            </a:pPr>
            <a:r>
              <a:t>• 5–6 MB each</a:t>
            </a:r>
          </a:p>
          <a:p>
            <a:pPr>
              <a:defRPr sz="2400"/>
            </a:pPr>
            <a:r>
              <a:t>• Zero loss allowed</a:t>
            </a:r>
          </a:p>
          <a:p>
            <a:pPr>
              <a:defRPr sz="2400"/>
            </a:pPr>
          </a:p>
          <a:p>
            <a:pPr>
              <a:defRPr sz="2400"/>
            </a:pPr>
            <a:r>
              <a:t>Question: Is this still just file transfer?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Constraint 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Evaluated all approved ingestion mechanisms</a:t>
            </a:r>
          </a:p>
          <a:p>
            <a:pPr>
              <a:defRPr sz="2400"/>
            </a:pPr>
            <a:r>
              <a:t>• None compatible with vendor</a:t>
            </a:r>
          </a:p>
          <a:p>
            <a:pPr>
              <a:defRPr sz="2400"/>
            </a:pPr>
            <a:r>
              <a:t>• APIs became the only viable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Vendor APIs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Streaming On Demand</a:t>
            </a:r>
          </a:p>
          <a:p>
            <a:pPr>
              <a:defRPr sz="2400"/>
            </a:pPr>
            <a:r>
              <a:t>• Batch Export</a:t>
            </a:r>
          </a:p>
          <a:p>
            <a:pPr>
              <a:defRPr sz="2400"/>
            </a:pPr>
          </a:p>
          <a:p>
            <a:pPr>
              <a:defRPr sz="2400"/>
            </a:pPr>
            <a:r>
              <a:t>These became the building blocks.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 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Question: Can Streaming scale?</a:t>
            </a:r>
          </a:p>
          <a:p>
            <a:pPr>
              <a:defRPr sz="2400"/>
            </a:pPr>
          </a:p>
          <a:p>
            <a:pPr>
              <a:defRPr sz="2400"/>
            </a:pPr>
            <a:r>
              <a:t>Result:</a:t>
            </a:r>
          </a:p>
          <a:p>
            <a:pPr>
              <a:defRPr sz="2400"/>
            </a:pPr>
            <a:r>
              <a:t>• &gt;90% success</a:t>
            </a:r>
          </a:p>
          <a:p>
            <a:pPr>
              <a:defRPr sz="2400"/>
            </a:pPr>
            <a:r>
              <a:t>• Business required 100%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Export Jobs</a:t>
            </a:r>
          </a:p>
          <a:p>
            <a:pPr>
              <a:defRPr sz="2400"/>
            </a:pPr>
            <a:r>
              <a:t>• Polling</a:t>
            </a:r>
          </a:p>
          <a:p>
            <a:pPr>
              <a:defRPr sz="2400"/>
            </a:pPr>
            <a:r>
              <a:t>• Metadata</a:t>
            </a:r>
          </a:p>
          <a:p>
            <a:pPr>
              <a:defRPr sz="2400"/>
            </a:pPr>
            <a:r>
              <a:t>• ZIP downloads</a:t>
            </a:r>
          </a:p>
          <a:p>
            <a:pPr>
              <a:defRPr sz="2400"/>
            </a:pPr>
            <a:r>
              <a:t>• Recovery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Tracking every call lifecycle</a:t>
            </a:r>
          </a:p>
          <a:p>
            <a:pPr>
              <a:defRPr sz="2400"/>
            </a:pPr>
          </a:p>
          <a:p>
            <a:pPr>
              <a:defRPr sz="2400"/>
            </a:pPr>
            <a:r>
              <a:t>If streaming fails → automatic recovery</a:t>
            </a:r>
          </a:p>
          <a:p>
            <a:pPr>
              <a:defRPr sz="2400"/>
            </a:pPr>
            <a:r>
              <a:t>State-driven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We experimented instead of debating:</a:t>
            </a:r>
          </a:p>
          <a:p>
            <a:pPr>
              <a:defRPr sz="2400"/>
            </a:pPr>
            <a:r>
              <a:t>• Go</a:t>
            </a:r>
          </a:p>
          <a:p>
            <a:pPr>
              <a:defRPr sz="2400"/>
            </a:pPr>
            <a:r>
              <a:t>• Python</a:t>
            </a:r>
          </a:p>
          <a:p>
            <a:pPr>
              <a:defRPr sz="2400"/>
            </a:pPr>
            <a:r>
              <a:t>• TypeScript</a:t>
            </a:r>
          </a:p>
          <a:p>
            <a:pPr>
              <a:defRPr sz="2400"/>
            </a:pPr>
            <a:r>
              <a:t>• Lambda</a:t>
            </a:r>
          </a:p>
          <a:p>
            <a:pPr>
              <a:defRPr sz="2400"/>
            </a:pPr>
            <a:r>
              <a:t>• Fargate</a:t>
            </a:r>
          </a:p>
          <a:p>
            <a:pPr>
              <a:defRPr sz="2400"/>
            </a:pPr>
            <a:r>
              <a:t>• NestJS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Winner:</a:t>
            </a:r>
          </a:p>
          <a:p>
            <a:pPr>
              <a:defRPr sz="2400"/>
            </a:pPr>
            <a:r>
              <a:t>AWS Fargate + NestJS</a:t>
            </a:r>
          </a:p>
          <a:p>
            <a:pPr>
              <a:defRPr sz="2400"/>
            </a:pPr>
          </a:p>
          <a:p>
            <a:pPr>
              <a:defRPr sz="2400"/>
            </a:pPr>
            <a:r>
              <a:t>Because measurements supported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Export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Long-running workflows</a:t>
            </a:r>
          </a:p>
          <a:p>
            <a:pPr>
              <a:defRPr sz="2400"/>
            </a:pPr>
            <a:r>
              <a:t>Polling</a:t>
            </a:r>
          </a:p>
          <a:p>
            <a:pPr>
              <a:defRPr sz="2400"/>
            </a:pPr>
            <a:r>
              <a:t>Retries</a:t>
            </a:r>
          </a:p>
          <a:p>
            <a:pPr>
              <a:defRPr sz="2400"/>
            </a:pPr>
            <a:r>
              <a:t>State management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Evaluated:</a:t>
            </a:r>
          </a:p>
          <a:p>
            <a:pPr>
              <a:defRPr sz="2400"/>
            </a:pPr>
            <a:r>
              <a:t>• Step Functions</a:t>
            </a:r>
          </a:p>
          <a:p>
            <a:pPr>
              <a:defRPr sz="2400"/>
            </a:pPr>
            <a:r>
              <a:t>• Saga</a:t>
            </a:r>
          </a:p>
          <a:p>
            <a:pPr>
              <a:defRPr sz="2400"/>
            </a:pPr>
            <a:r>
              <a:t>• EventBridge</a:t>
            </a:r>
          </a:p>
          <a:p>
            <a:pPr>
              <a:defRPr sz="2400"/>
            </a:pPr>
            <a:r>
              <a:t>• State Machines</a:t>
            </a:r>
          </a:p>
          <a:p>
            <a:pPr>
              <a:defRPr sz="2400"/>
            </a:pPr>
          </a:p>
          <a:p>
            <a:pPr>
              <a:defRPr sz="2400"/>
            </a:pPr>
            <a:r>
              <a:t>Winner: Step Functions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Interesting Twist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Built EventBridge optimization</a:t>
            </a:r>
          </a:p>
          <a:p>
            <a:pPr>
              <a:defRPr sz="2400"/>
            </a:pPr>
            <a:r>
              <a:t>Worked perfectly</a:t>
            </a:r>
          </a:p>
          <a:p>
            <a:pPr>
              <a:defRPr sz="2400"/>
            </a:pPr>
            <a:r>
              <a:t>Deleted it after production estimates</a:t>
            </a:r>
          </a:p>
          <a:p>
            <a:pPr>
              <a:defRPr sz="2400"/>
            </a:pPr>
          </a:p>
          <a:p>
            <a:pPr>
              <a:defRPr sz="2400"/>
            </a:pPr>
            <a:r>
              <a:t>Lesson: Simpler was better.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Step Functions</a:t>
            </a:r>
          </a:p>
          <a:p>
            <a:pPr>
              <a:defRPr sz="2400"/>
            </a:pPr>
            <a:r>
              <a:t>↓</a:t>
            </a:r>
          </a:p>
          <a:p>
            <a:pPr>
              <a:defRPr sz="2400"/>
            </a:pPr>
            <a:r>
              <a:t>SQS</a:t>
            </a:r>
          </a:p>
          <a:p>
            <a:pPr>
              <a:defRPr sz="2400"/>
            </a:pPr>
            <a:r>
              <a:t>↓</a:t>
            </a:r>
          </a:p>
          <a:p>
            <a:pPr>
              <a:defRPr sz="2400"/>
            </a:pPr>
            <a:r>
              <a:t>Fargate</a:t>
            </a:r>
          </a:p>
          <a:p>
            <a:pPr>
              <a:defRPr sz="2400"/>
            </a:pPr>
            <a:r>
              <a:t>↓</a:t>
            </a:r>
          </a:p>
          <a:p>
            <a:pPr>
              <a:defRPr sz="2400"/>
            </a:pPr>
            <a:r>
              <a:t>S3</a:t>
            </a:r>
          </a:p>
          <a:p>
            <a:pPr>
              <a:defRPr sz="2400"/>
            </a:pPr>
            <a:r>
              <a:t>↓</a:t>
            </a:r>
          </a:p>
          <a:p>
            <a:pPr>
              <a:defRPr sz="2400"/>
            </a:pPr>
            <a:r>
              <a:t>Callback → Step Functions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Spec-Driven Development</a:t>
            </a:r>
          </a:p>
          <a:p>
            <a:pPr>
              <a:defRPr sz="2400"/>
            </a:pPr>
            <a:r>
              <a:t>Cloud Code</a:t>
            </a:r>
          </a:p>
          <a:p>
            <a:pPr>
              <a:defRPr sz="2400"/>
            </a:pPr>
            <a:r>
              <a:t>Uncle Dev</a:t>
            </a:r>
          </a:p>
          <a:p>
            <a:pPr>
              <a:defRPr sz="2400"/>
            </a:pPr>
            <a:r>
              <a:t>Everything versioned together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• Delivered on time</a:t>
            </a:r>
          </a:p>
          <a:p>
            <a:pPr>
              <a:defRPr sz="2400"/>
            </a:pPr>
            <a:r>
              <a:t>• Enterprise scale</a:t>
            </a:r>
          </a:p>
          <a:p>
            <a:pPr>
              <a:defRPr sz="2400"/>
            </a:pPr>
            <a:r>
              <a:t>• Fast onboarding</a:t>
            </a:r>
          </a:p>
          <a:p>
            <a:pPr>
              <a:defRPr sz="2400"/>
            </a:pPr>
            <a:r>
              <a:t>• Architecture validated by experiments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1. Experiment first</a:t>
            </a:r>
          </a:p>
          <a:p>
            <a:pPr>
              <a:defRPr sz="2400"/>
            </a:pPr>
            <a:r>
              <a:t>2. Measure</a:t>
            </a:r>
          </a:p>
          <a:p>
            <a:pPr>
              <a:defRPr sz="2400"/>
            </a:pPr>
            <a:r>
              <a:t>3. Compare</a:t>
            </a:r>
          </a:p>
          <a:p>
            <a:pPr>
              <a:defRPr sz="2400"/>
            </a:pPr>
            <a:r>
              <a:t>4. Simplify</a:t>
            </a:r>
          </a:p>
          <a:p>
            <a:pPr>
              <a:defRPr sz="2400"/>
            </a:pPr>
            <a:r>
              <a:t>5. Then implement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Good engineering is reducing uncertainty until the right architecture becomes obvious.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